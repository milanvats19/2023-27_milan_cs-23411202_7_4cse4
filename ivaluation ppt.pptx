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683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28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611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406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52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420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51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101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59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223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0220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5580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7812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7252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4274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824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203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lumenlearning.com/suny-marketing-spring2016/chapter/outcome-marketing-mix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freestock.com/free-videos/loop-transformation-form-luminous-particles-rays-3264184" TargetMode="Externa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images/search/thank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E5A44A-09EA-B17E-BF75-FA32C1763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394" y="2079606"/>
            <a:ext cx="1073694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latin typeface="Algerian" panose="04020705040A02060702" pitchFamily="82" charset="0"/>
              </a:rPr>
              <a:t>Stock Price Forecasting Using LSTM and </a:t>
            </a:r>
            <a:r>
              <a:rPr lang="en-US" altLang="en-US" sz="3200" b="1" dirty="0" err="1">
                <a:latin typeface="Algerian" panose="04020705040A02060702" pitchFamily="82" charset="0"/>
              </a:rPr>
              <a:t>Gradio</a:t>
            </a:r>
            <a:endParaRPr lang="en-US" altLang="en-US" sz="3200" b="1" dirty="0">
              <a:latin typeface="Algerian" panose="04020705040A02060702" pitchFamily="82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Algerian" panose="04020705040A02060702" pitchFamily="82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Submitted by: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Anshika Thakur (Roll No: CS-2341229)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Supervisor: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Ms. Varsha Srivastava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Institution: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IILM University, Greater Noida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059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EBABC-39A1-0342-5062-AB741C3D5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859B94-F140-90BC-42D2-7B2C6FED7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0565" y="1962051"/>
            <a:ext cx="8042587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Overview: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 markets are volatile and influenced by multiple factors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models struggle with non-linear patterns </a:t>
            </a:r>
          </a:p>
          <a:p>
            <a:pPr lvl="1" algn="ctr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offers adaptive, data-driven forecasting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goal: Build a robust ML system for accurate stock prediction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7DA9E3-2FDA-EC1D-8754-BF1D5B314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16626" y="3645146"/>
            <a:ext cx="3324444" cy="30649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3D73A7-3420-A73C-0384-390F516A15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84333" y="419597"/>
            <a:ext cx="2534070" cy="142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757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9FE57-142F-1B56-30AC-B33EDAA81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F291F2-A2F4-FE7E-B7AF-1D0DB323A675}"/>
              </a:ext>
            </a:extLst>
          </p:cNvPr>
          <p:cNvSpPr txBox="1"/>
          <p:nvPr/>
        </p:nvSpPr>
        <p:spPr>
          <a:xfrm>
            <a:off x="469336" y="716083"/>
            <a:ext cx="9556954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/>
              <a:t>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Compare ML algorithms: Linear Regression, Random Forest, LSTM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Perform data preprocessing and feature engineering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Improve prediction accuracy through model tuning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Visualize predictions for decision-making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Design a scalable and modular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Evaluate real-world applicability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683D28-2854-FDE3-82A1-080C5AA1C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869" y="3288779"/>
            <a:ext cx="6587012" cy="312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601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E1245-4973-C3D6-ABA9-90018A65A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684016-9B1A-7014-B6B4-5FA87AD9F07E}"/>
              </a:ext>
            </a:extLst>
          </p:cNvPr>
          <p:cNvSpPr txBox="1"/>
          <p:nvPr/>
        </p:nvSpPr>
        <p:spPr>
          <a:xfrm>
            <a:off x="1622323" y="445105"/>
            <a:ext cx="8947354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/>
              <a:t>Methodology</a:t>
            </a:r>
          </a:p>
          <a:p>
            <a:pPr algn="ctr">
              <a:buNone/>
            </a:pPr>
            <a:endParaRPr lang="en-IN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Architecture Overview:</a:t>
            </a:r>
          </a:p>
          <a:p>
            <a:endParaRPr lang="en-IN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Data → Preprocessing → Feature Engineering → Model Training → Prediction</a:t>
            </a:r>
          </a:p>
          <a:p>
            <a:pPr lvl="1"/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Data Sources</a:t>
            </a:r>
            <a:r>
              <a:rPr lang="en-IN" dirty="0"/>
              <a:t>:</a:t>
            </a:r>
          </a:p>
          <a:p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Yahoo Finance API, CSV datasets</a:t>
            </a:r>
          </a:p>
          <a:p>
            <a:pPr lvl="1"/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Software Tools</a:t>
            </a:r>
            <a:r>
              <a:rPr lang="en-IN" dirty="0"/>
              <a:t>:</a:t>
            </a:r>
          </a:p>
          <a:p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Python, Pandas, NumPy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Scikit-learn, TensorFlow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Flask/Django for backend</a:t>
            </a:r>
          </a:p>
          <a:p>
            <a:pPr lvl="1"/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Technical Indicators:</a:t>
            </a:r>
          </a:p>
          <a:p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MA, RSI, MACD, Bollinger Bands</a:t>
            </a:r>
          </a:p>
        </p:txBody>
      </p:sp>
    </p:spTree>
    <p:extLst>
      <p:ext uri="{BB962C8B-B14F-4D97-AF65-F5344CB8AC3E}">
        <p14:creationId xmlns:p14="http://schemas.microsoft.com/office/powerpoint/2010/main" val="2492398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54093-8777-AD7B-CBE5-31F09DA8B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B2C05C-A8FA-1DBA-6F28-045940C545BC}"/>
              </a:ext>
            </a:extLst>
          </p:cNvPr>
          <p:cNvSpPr txBox="1"/>
          <p:nvPr/>
        </p:nvSpPr>
        <p:spPr>
          <a:xfrm>
            <a:off x="1592825" y="1596327"/>
            <a:ext cx="9242323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/>
              <a:t>Implementation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Collection &amp; Preprocessing: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Handle missing values, smooth outliers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Normalize features for model convergence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Model Training: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Baseline: Linear Regression, Decision Trees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Advanced: Random Forest, LSTM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Evaluation Metrics: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MAE, RMSE, R² 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Visualization: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Interactive dashboards using </a:t>
            </a:r>
            <a:r>
              <a:rPr lang="en-IN" dirty="0" err="1"/>
              <a:t>Gradio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5878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20392-D1C1-A25A-FC73-B9517BB47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4C4B44-EB79-207C-AB06-2D43126AEC18}"/>
              </a:ext>
            </a:extLst>
          </p:cNvPr>
          <p:cNvSpPr txBox="1"/>
          <p:nvPr/>
        </p:nvSpPr>
        <p:spPr>
          <a:xfrm>
            <a:off x="1288025" y="1413063"/>
            <a:ext cx="961594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/>
              <a:t>Results and Discussion</a:t>
            </a:r>
          </a:p>
          <a:p>
            <a:pPr>
              <a:buNone/>
            </a:pPr>
            <a:endParaRPr lang="en-IN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Findings: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LSTM achieved highest accuracy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Random Forest handled noise well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Feature engineering improved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Visual Insights: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Predicted vs. actual price plots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Limitations: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Data sensitivity, interpretability 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Scalability: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Modular design supports real-time expansion</a:t>
            </a:r>
          </a:p>
        </p:txBody>
      </p:sp>
    </p:spTree>
    <p:extLst>
      <p:ext uri="{BB962C8B-B14F-4D97-AF65-F5344CB8AC3E}">
        <p14:creationId xmlns:p14="http://schemas.microsoft.com/office/powerpoint/2010/main" val="3931443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6362D-96A0-70B3-AD90-876227C0B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2C36F8-5BE2-B2F7-8882-E5FBEAB9DCC6}"/>
              </a:ext>
            </a:extLst>
          </p:cNvPr>
          <p:cNvSpPr txBox="1"/>
          <p:nvPr/>
        </p:nvSpPr>
        <p:spPr>
          <a:xfrm>
            <a:off x="1327353" y="2228671"/>
            <a:ext cx="9812595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/>
              <a:t>Conclusion &amp; Future Scope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Conclusion: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ML-based forecasting is effective and scalable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LSTM excels in time series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Future Scope: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Integration with live trading platforms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of Transformers for enhanced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Portfolio-level forecasting and risk analysis</a:t>
            </a:r>
          </a:p>
        </p:txBody>
      </p:sp>
    </p:spTree>
    <p:extLst>
      <p:ext uri="{BB962C8B-B14F-4D97-AF65-F5344CB8AC3E}">
        <p14:creationId xmlns:p14="http://schemas.microsoft.com/office/powerpoint/2010/main" val="1688346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4F67E-698E-9CAB-3812-6E448D1EF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2B727B-7668-F1BF-8362-E27BEEF03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483900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</TotalTime>
  <Words>282</Words>
  <Application>Microsoft Office PowerPoint</Application>
  <PresentationFormat>Widescreen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Algerian</vt:lpstr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ANSHIKA THAKUR</dc:creator>
  <cp:lastModifiedBy>ANSHIKA THAKUR</cp:lastModifiedBy>
  <cp:revision>1</cp:revision>
  <dcterms:created xsi:type="dcterms:W3CDTF">2025-11-13T21:48:56Z</dcterms:created>
  <dcterms:modified xsi:type="dcterms:W3CDTF">2025-11-13T22:18:16Z</dcterms:modified>
</cp:coreProperties>
</file>